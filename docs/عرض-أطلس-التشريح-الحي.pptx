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4523" y="1773555"/>
            <a:ext cx="5596890" cy="315658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full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83080"/>
            <a:ext cx="5577840" cy="3137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3AD39C"/>
                </a:solidFill>
                <a:latin typeface="Tahoma"/>
              </a:rPr>
              <a:t>نظام تشريح ثلاثي الأبعاد</a:t>
            </a:r>
          </a:p>
          <a:p>
            <a:pPr algn="r" rtl="1">
              <a:lnSpc>
                <a:spcPct val="125000"/>
              </a:lnSpc>
              <a:spcBef>
                <a:spcPts val="1000"/>
              </a:spcBef>
            </a:pPr>
            <a:r>
              <a:rPr sz="4400" b="1">
                <a:solidFill>
                  <a:srgbClr val="E9F0F2"/>
                </a:solidFill>
                <a:latin typeface="Tahoma"/>
              </a:rPr>
              <a:t>أطلس التشريح الحي</a:t>
            </a:r>
          </a:p>
          <a:p>
            <a:pPr algn="r" rtl="1">
              <a:lnSpc>
                <a:spcPct val="125000"/>
              </a:lnSpc>
              <a:spcBef>
                <a:spcPts val="16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مساعد تعليمي تفاعلي لطلاب الطب البشري — يعمل في المتصفح، بأسماء عربية موثّقة، وبأنسجة تحمل ألوانها الحقيقية وتتحرك كما تعمل في الجسم.</a:t>
            </a:r>
          </a:p>
          <a:p>
            <a:pPr algn="r" rtl="1">
              <a:lnSpc>
                <a:spcPct val="125000"/>
              </a:lnSpc>
              <a:spcBef>
                <a:spcPts val="2200"/>
              </a:spcBef>
            </a:pPr>
            <a:r>
              <a:rPr sz="1600" b="1">
                <a:solidFill>
                  <a:srgbClr val="E9F0F2"/>
                </a:solidFill>
                <a:latin typeface="Tahoma"/>
              </a:rPr>
              <a:t>إعداد: د. سمية عبد الله عبد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بمساعدة المهندس صلاح عبد الله عبد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كلية الطب البشري · جامعة العلوم والتكنولوجيا الحديثة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1143000"/>
            <a:ext cx="411480" cy="28575"/>
          </a:xfrm>
          <a:prstGeom prst="rect">
            <a:avLst/>
          </a:prstGeom>
          <a:solidFill>
            <a:srgbClr val="CF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التعريف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ما هذا النظام؟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أطلس تشريحي تفاعلي يفتح في المتصفح بلا تثبيت ولا حساب.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نموذج ذكوري كامل يُفكَّك ويُعاد تركيبه أمام الطالب.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كل قطعة قابلة للنقر: اسمها، جهازها، وشرح مبسّط لوظيفتها.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واجهة عربية بالكامل مع إمكانية التبديل إلى الإنجليزية.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يعمل على الحاسوب واللوح، ويُشارك برابط يحفظ زاوية الكاميرا والطبقات الظاهرة.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full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الواجهة الكاملة: النموذج في الوسط، الأجهزة يميناً، التفكيك أسفل.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بالأرقام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ما الذي يحتويه الأطلس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3AD39C"/>
                </a:solidFill>
                <a:latin typeface="Tahoma"/>
              </a:rPr>
              <a:t>2,219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قطعة تشريحية مجسّمة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CF3A2C"/>
                </a:solidFill>
                <a:latin typeface="Tahoma"/>
              </a:rPr>
              <a:t>15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جهازاً يُظهر ويُخفى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5081A6"/>
                </a:solidFill>
                <a:latin typeface="Tahoma"/>
              </a:rPr>
              <a:t>3,432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بنية باسمها الكامل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368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DDD1AF"/>
                </a:solidFill>
                <a:latin typeface="Tahoma"/>
              </a:rPr>
              <a:t>2.3M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مثلث في المشهد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3795" y="3830955"/>
            <a:ext cx="4773930" cy="269367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-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840480"/>
            <a:ext cx="4754880" cy="2674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3320" y="6492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الهيكل العظمي وحده: كل جهاز مفتاح مستقل يُظهر ويُخفى.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الطبقات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خمسة عشر جهازاً تُظهر وتُخفى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الهيكل العظمي ٢٩٦ · العضلات ٤٠٢ · الشرايين ٦٣٥ · الأوردة ٤٠٠.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الجهاز العصبي ١٣٩ · التنفسي ١١٩ · الهضمي ٩٧ · أعضاء الحس ٤٥.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القلب ٢٣ · النسيج الضام ٤٠ · البولي ٦ · الغدد الصماء ٤ · اللمفي ٣.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أزرار جاهزة: الكل، الهيكل وحده، الأعضاء وحدها.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إظهار جهاز واحد فقط بنقرة على اسمه.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وضع «الأعضاء»: الهيكل والعضلات مخفية.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التحديث الجديد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النسيج الحي مقابل الألوان التعليمية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403" y="2093595"/>
            <a:ext cx="5505450" cy="310515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5486400" cy="3086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54115" y="2093595"/>
            <a:ext cx="5505450" cy="310515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teaching-col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54864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394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◀ الوضع الحي: لون كل عضو كما هو في الجسد.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394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◀ الوضع التعليمي: لون واحد لكل جهاز (مفتاح V).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92A6AD"/>
                </a:solidFill>
                <a:latin typeface="Tahoma"/>
              </a:rPr>
              <a:t>الكبد كستنائي، الأمعاء ورديّة مائلة للبنّي، الشرايين قانية، الأوردة زرقاء داكنة، الأعصاب عاجية — والتبديل بين الوضعين بضغطة مفتاح واحد أثناء الشرح.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الحركة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كل نسيج يتحرك بالإيقاع الذي يعمل به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القلب: جدران الأذينين والبطينين والصمّامات تنقبض على دورة قلبية كاملة (٠٫٨٦ ثانية ≈ ٧٠ نبضة/دقيقة).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الشرايين: تحمل موجة الضغط الخارجة من القلب، متأخرةً بمقدار بعدها عنه.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التنفس: القصبات والأضلاع تتسع، والحجاب الحاجز يهبط ويتسطّح (٤٫٣ ثانية ≈ ١٤ نفساً/دقيقة).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الأمعاء والمريء والحالبان: حلقة تمعّج تسري على الطول.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الدماغ: نبض خفيف مع السائل الدماغي الشوكي.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القلب معزولاً: عضل داكن، شرايين تاجية قانية، صمّامات شاحبة، أعصاب عاجية.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العزل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عزل البنية = رؤيتها حيّة وهي تؤدي وظيفتها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عند العزل يشتغل الوضع الحي تلقائياً حتى لو كانت الألوان التعليمية مختارة.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تُرفع سعة الحركة لتُقرأ بوضوح عن قرب.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تُرفع صبغة التحديد الخضراء لأن البنية وحدها على الشاشة — فيظهر لونها الحقيقي.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تظهر لوحة «تؤدي وظيفتها الآن» بوصف الحركة ومعدّلها.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الكاميرا تؤطّر البنية تلقائياً، والتدوير حولها من كل الجهات.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intes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الأمعاء الدقيقة معزولة: موجة تمعّج تسري على طولها.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أمثلة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أعضاء معزولة بألوان أنسجتها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40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l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3611880" cy="20316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0644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057400"/>
            <a:ext cx="3611880" cy="20316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5548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kid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3611880" cy="2031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الكبد — كستنائي داكن لامع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الدماغ — رمادي وردي مع نبض السائل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الكلية — بنّي محمر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4632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لون كل بنية مشتق من نسيجها هي، لا من جهازها: العظم عاجي، العضل أحمر داكن، الغضروف أبيض مزرقّ، الصمّامات شاحبة، المرارة خضراء، البنكرياس فصيصي باهت، الطحال أرجواني داكن.</a:t>
            </a:r>
          </a:p>
          <a:p>
            <a:pPr algn="r" rtl="1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تفاصيل السطح تُولَّد رياضياً داخل بطاقة الرسوم، فلا صور تُحمَّل ولا يكبر حجم النموذج.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التسميات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العلامات على الشاشة أثناء الشرح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مفتاح N يُظهر أسماء أكبر البنى الظاهرة.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الأسماء عربية، ويظهر المقابل اللاتيني في لوحة التفاصيل.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تمرير المؤشر يُظهر اسم أي قطعة فوراً.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مناسب للعرض على شاشة القاعة أثناء المحاضرة.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العلامات مفعّلة على الأعضاء.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التفكيك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تفكيك الجسد كله إلى لوحة مرتّبة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مزلاج واحد ينقل النموذج من مجمّع إلى مفكّك بالكامل.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القطع تتوزّع في شبكة مرتّبة، كل قطعة قابلة للنقر والتسمية.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مفيد لمراجعة عدد القطع وأشكالها قبل الامتحان العملي.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العودة بضغطة واحدة على «إعادة».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expl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التفكيك عند ١٠٠٪.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١٠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البحث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الوصول إلى أي بنية في 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مفتاح / يفتح البحث.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البحث يقبل العربية والإنجليزية واللاتينية.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اختيار النتيجة ينقل الكاميرا إلى البنية ويحدّدها.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٣٬٤٣٢ بنية مفهرسة بأسمائها.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لوحة البحث مفتوحة.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١١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المذاكرة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أدوات الطالب داخل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وضع الاختبار: يخفي الأسماء ويسأل عن البنى.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البطاقات: مراجعة سريعة لما تم اختياره.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المفضلة والقوائم: حفظ بنى محددة لمراجعتها لاحقاً.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«اشرح لي هذه البنية»: شرح مبسّط عند الطلب.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رابط المشاركة يحفظ الحالة كاملة للطالب.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وضع الاختبار.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١٢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تحت الغطاء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لماذا يعمل بسلاسة على حاسوب الطالب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011680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رسمة واحدة لكل جهاز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كل قطع الجهاز تُدمج في شبكة واحدة؛ الإظهار والإخفاء والتفكيك والحركة كلها داخل مظلّل الرأس، بلا إعادة بناء للمشهد.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127248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بكسل لكل قطعة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لكل قطعة بكسل يحمل لون نسيجها وخشونته ولمعته وشفافيته، وآخر يحمل نوع حركتها وسعتها وطورها الزمني.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242816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تحميل تدريجي مضغوط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النموذج يصل على دفعات مضغوطة مع شريط تقدّم، فيبدأ العرض قبل اكتمال التحميل.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358384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توقف عند السكون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مع إطفاء الوضع الحي يعود المشهد للرسم عند التغيير فقط، فلا يستهلك بطارية الجهاز.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١٣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المصدر والحقوق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من أين تأتي المجسّمات والأسماء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6766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المجسّمات: قاعدة BodyParts3D / Anatomography — مركز معلومات الحمض النووي، اليابان، برخصة CC BY-SA 2.1 JP.</a:t>
            </a:r>
          </a:p>
          <a:p>
            <a:pPr algn="r" rtl="1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المصطلحات: كل بنية مربوطة بمعرّفها في مصطلحات FMA، والاسم العربي موثّق مقابله؛ وحين لا يوجد مقابل عربي معتمد يظهر الاسم اللاتيني كما هو.</a:t>
            </a:r>
          </a:p>
          <a:p>
            <a:pPr algn="r" rtl="1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النموذج: ذكر بالغ، 2,219 قطعة، 2.3 مليون مثلث.</a:t>
            </a:r>
          </a:p>
          <a:p>
            <a:pPr algn="r" rtl="1">
              <a:lnSpc>
                <a:spcPct val="125000"/>
              </a:lnSpc>
              <a:spcBef>
                <a:spcPts val="2000"/>
              </a:spcBef>
            </a:pPr>
            <a:r>
              <a:rPr sz="1500" b="1">
                <a:solidFill>
                  <a:srgbClr val="E9F0F2"/>
                </a:solidFill>
                <a:latin typeface="Tahoma"/>
              </a:rPr>
              <a:t>إعداد وعرض: د. سمية عبد الله عبد — بمساعدة المهندس صلاح عبد الله عبد.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92A6AD"/>
                </a:solidFill>
                <a:latin typeface="Tahoma"/>
              </a:rPr>
              <a:t>كلية الطب البشري · جامعة العلوم والتكنولوجيا الحديثة.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9995" y="2093595"/>
            <a:ext cx="4042410" cy="228219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4023360" cy="226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أطلس التشريح ثلاثي الأبعاد · جامعة العلوم والتكنولوجيا الحديثة   —   ١٤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